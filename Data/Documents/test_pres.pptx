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563EB"/>
                </a:solidFill>
                <a:latin typeface="Calibri"/>
              </a:defRPr>
            </a:pPr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JARVIS AI</a:t>
            </a:r>
          </a:p>
          <a:p>
            <a:r>
              <a:t>December 24,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